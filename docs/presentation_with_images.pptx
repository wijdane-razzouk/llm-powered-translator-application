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9779" autoAdjust="0"/>
  </p:normalViewPr>
  <p:slideViewPr>
    <p:cSldViewPr snapToGrid="0">
      <p:cViewPr varScale="1">
        <p:scale>
          <a:sx n="70" d="100"/>
          <a:sy n="70" d="100"/>
        </p:scale>
        <p:origin x="1138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76162-B466-43D5-929D-DFF097B56E3A}" type="datetimeFigureOut">
              <a:rPr lang="fr-FR" smtClean="0"/>
              <a:t>23/12/2025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6C56EB-78D9-469E-BA5B-4013F9A0C8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1998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6C56EB-78D9-469E-BA5B-4013F9A0C8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026161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6C56EB-78D9-469E-BA5B-4013F9A0C805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0618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F7B01-C8C3-4E3D-8C07-FA28E8760471}" type="datetimeFigureOut">
              <a:rPr lang="fr-FR" smtClean="0"/>
              <a:t>23/12/2025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B8665-3494-402E-A3F8-8166BEC57D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8140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F7B01-C8C3-4E3D-8C07-FA28E8760471}" type="datetimeFigureOut">
              <a:rPr lang="fr-FR" smtClean="0"/>
              <a:t>23/12/2025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B8665-3494-402E-A3F8-8166BEC57D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7741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F7B01-C8C3-4E3D-8C07-FA28E8760471}" type="datetimeFigureOut">
              <a:rPr lang="fr-FR" smtClean="0"/>
              <a:t>23/12/2025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B8665-3494-402E-A3F8-8166BEC57D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807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F7B01-C8C3-4E3D-8C07-FA28E8760471}" type="datetimeFigureOut">
              <a:rPr lang="fr-FR" smtClean="0"/>
              <a:t>23/12/2025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B8665-3494-402E-A3F8-8166BEC57D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069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F7B01-C8C3-4E3D-8C07-FA28E8760471}" type="datetimeFigureOut">
              <a:rPr lang="fr-FR" smtClean="0"/>
              <a:t>23/12/2025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B8665-3494-402E-A3F8-8166BEC57D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2691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F7B01-C8C3-4E3D-8C07-FA28E8760471}" type="datetimeFigureOut">
              <a:rPr lang="fr-FR" smtClean="0"/>
              <a:t>23/12/2025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B8665-3494-402E-A3F8-8166BEC57D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8389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F7B01-C8C3-4E3D-8C07-FA28E8760471}" type="datetimeFigureOut">
              <a:rPr lang="fr-FR" smtClean="0"/>
              <a:t>23/12/2025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B8665-3494-402E-A3F8-8166BEC57D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9827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F7B01-C8C3-4E3D-8C07-FA28E8760471}" type="datetimeFigureOut">
              <a:rPr lang="fr-FR" smtClean="0"/>
              <a:t>23/12/2025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B8665-3494-402E-A3F8-8166BEC57D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4470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F7B01-C8C3-4E3D-8C07-FA28E8760471}" type="datetimeFigureOut">
              <a:rPr lang="fr-FR" smtClean="0"/>
              <a:t>23/12/2025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B8665-3494-402E-A3F8-8166BEC57D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66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F7B01-C8C3-4E3D-8C07-FA28E8760471}" type="datetimeFigureOut">
              <a:rPr lang="fr-FR" smtClean="0"/>
              <a:t>23/12/2025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B8665-3494-402E-A3F8-8166BEC57D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064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F7B01-C8C3-4E3D-8C07-FA28E8760471}" type="datetimeFigureOut">
              <a:rPr lang="fr-FR" smtClean="0"/>
              <a:t>23/12/2025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B8665-3494-402E-A3F8-8166BEC57D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264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BF7B01-C8C3-4E3D-8C07-FA28E8760471}" type="datetimeFigureOut">
              <a:rPr lang="fr-FR" smtClean="0"/>
              <a:t>23/12/2025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3B8665-3494-402E-A3F8-8166BEC57D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3994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smtClean="0"/>
              <a:t>Darija Translator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smtClean="0"/>
              <a:t>Architecture and Pipeline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8667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Architecture Overview</a:t>
            </a:r>
            <a:endParaRPr lang="fr-FR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1418944"/>
            <a:ext cx="9916886" cy="477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133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Text Translation Pipeline</a:t>
            </a:r>
            <a:endParaRPr lang="fr-FR"/>
          </a:p>
        </p:txBody>
      </p:sp>
      <p:pic>
        <p:nvPicPr>
          <p:cNvPr id="3" name="Image 2"/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524000"/>
            <a:ext cx="11430000" cy="66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482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Voice Translation Pipeline</a:t>
            </a:r>
            <a:endParaRPr lang="fr-FR"/>
          </a:p>
        </p:txBody>
      </p:sp>
      <p:pic>
        <p:nvPicPr>
          <p:cNvPr id="3" name="Image 2"/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524000"/>
            <a:ext cx="11430000" cy="66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0762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Image Translation Pipeline</a:t>
            </a:r>
            <a:endParaRPr lang="fr-FR"/>
          </a:p>
        </p:txBody>
      </p:sp>
      <p:pic>
        <p:nvPicPr>
          <p:cNvPr id="3" name="Image 2"/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524000"/>
            <a:ext cx="11430000" cy="66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557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Modular Architecture</a:t>
            </a:r>
            <a:endParaRPr lang="fr-FR"/>
          </a:p>
        </p:txBody>
      </p:sp>
      <p:pic>
        <p:nvPicPr>
          <p:cNvPr id="3" name="Image 2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524000"/>
            <a:ext cx="11430000" cy="66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33915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</TotalTime>
  <Words>20</Words>
  <Application>Microsoft Office PowerPoint</Application>
  <PresentationFormat>Grand écran</PresentationFormat>
  <Paragraphs>9</Paragraphs>
  <Slides>6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Thème Office</vt:lpstr>
      <vt:lpstr>Darija Translator</vt:lpstr>
      <vt:lpstr>Architecture Overview</vt:lpstr>
      <vt:lpstr>Text Translation Pipeline</vt:lpstr>
      <vt:lpstr>Voice Translation Pipeline</vt:lpstr>
      <vt:lpstr>Image Translation Pipeline</vt:lpstr>
      <vt:lpstr>Modular Architecture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Darija Translator</dc:title>
  <dc:creator>HP</dc:creator>
  <cp:lastModifiedBy>HP</cp:lastModifiedBy>
  <cp:revision>5</cp:revision>
  <dcterms:created xsi:type="dcterms:W3CDTF">2025-12-23T15:21:15Z</dcterms:created>
  <dcterms:modified xsi:type="dcterms:W3CDTF">2025-12-23T23:00:42Z</dcterms:modified>
</cp:coreProperties>
</file>